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objeto: documentar los flujos, explicar cómo se probaron y exponer los casos ejecutados y validados. Una frase: no venimos a decir 'probamos mucho', venimos a mostrar qué se ejecutó y qué se encontró.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la estructura y avisar de que habrá una sección de limitaciones: declarar los límites por adelantado compra credibilidad para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sistema se prueba a sí mismo, y que por eso el papel del QE aquí es verificar la verificación. No entrar todavía en el detalle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lo que NO se probó antes de que lo pregunten. Es la diferencia entre un informe y un anuncio.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paso 5 es el más importante y el más fácil de saltarse. Contar el caso real: una prueba propia pasaba mientras cubría una rama distinta de la que su nombre decía, y fue la cobertura quien lo delató.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una idea: ninguna prueba de esta campaña arranca un contenedor, abre un socket ni llama a un modelo real. Por eso son deterministas y por eso pueden correr en cada cambio.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completo. Cada flujo tiene su ficha en el informe, con propósito, pasos, artefactos y los casos que lo validan. Los que aparecen en rojo se explican en la diapositiva de resultados: no se esconden.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Aterrizar el riesgo en términos de negocio, no técnicos: un pipeline desatendido que informa mal es peor que uno que falla, porque nadie lo está mirando.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algún caso aparece en rojo: decirlo aquí, con la causa, antes de que lo pregunten. Un informe que reconoce sus fallos es creíble; uno que reporta 100 % siempre,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los seis. Elegir dos y contarlos como historia: el de la telemetría (D-03) porque explica por qué la suite no podía ni ejecutarse; y el del esquema (D-05) porque es el más instructivo: la función estaba probada, pero nadie probaba su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hallazgo más valioso de la campaña. Explica por qué 'añadir una feature' y 'tenerla probada' son dos cosas distintas, y por qué una suite que no se ejecuta deja de ser una red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Anticipar la crítica: alguien dirá 'el 100 % no significa nada'. Tener razón antes que ellos, y explicar que la cobertura se usó como detector de pruebas malas, no como meta.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saltarse esta diapositiva. Un informe de calidad sin limitaciones es un informe incompleto, y la limitación 1 es la más importante de todo 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una decisión, no con un resumen: pedir priorización del punto 1, que es el de mayor valor y el único que cierra la limitación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esta diapositiva como respaldo: si alguien duda de una cifra, se puede reproducir en vivo con estos tres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entury Gothic"/>
              </a:rPr>
              <a:t>Flujos del Sistema y Casos de Prueba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9EC5F0"/>
                </a:solidFill>
                <a:latin typeface="Century Gothic"/>
              </a:rPr>
              <a:t>Ejecutados y validados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600" b="0">
                <a:solidFill>
                  <a:srgbClr val="94A3B8"/>
                </a:solidFill>
                <a:latin typeface="Century Gothic"/>
              </a:rPr>
              <a:t>Microservice Code Studio — AgentIA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entury Gothic"/>
              </a:rPr>
              <a:t>Equipo de Aseguramiento de Calidad (QE)  ·  2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1.  Contexto y objetivo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2.  Alcance: 14 flujos · 62 endpoints REST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3.  Método QE: cómo se construyó cada prueba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4.  Tipos de prueba y fronteras sustituidas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5.  Mapa de flujos y flujos críticos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5096"/>
                </a:solidFill>
                <a:latin typeface="Century Gothic"/>
              </a:rPr>
              <a:t>6.  Casos ejecutados y validados: 1194 casos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7.  Defectos encontrados y corregidos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entury Gothic"/>
              </a:rPr>
              <a:t>8.  Limitaciones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Contexto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entury Gothic"/>
              </a:rPr>
              <a:t>El sistema genera microservicios Spring Boot 3 de forma autónoma y los verifica en un sandbox hermético.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Century Gothic"/>
              </a:rPr>
              <a:t>El encargo: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entury Gothic"/>
              </a:rPr>
              <a:t>•  Documentar los flujos del sistema, de extremo a extremo.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entury Gothic"/>
              </a:rPr>
              <a:t>•  Explicar cómo se probó cada uno y con qué tipo de prueba.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entury Gothic"/>
              </a:rPr>
              <a:t>•  Exponer los casos ejecutados y validados, con evidencia.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entury Gothic"/>
              </a:rPr>
              <a:t>El criterio de calidad aplicado: no basta con que una prueba pase; tiene que poder fallar, y tiene que estar verificando una afirmación del producto y no un detalle de la implementación.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E5096"/>
                </a:solidFill>
                <a:latin typeface="Century Gothic"/>
              </a:rPr>
              <a:t>14 flujos funcionales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Desde la autenticación del operador hasta la publicación del microservicio generado, incluida la interfaz web.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E5096"/>
                </a:solidFill>
                <a:latin typeface="Century Gothic"/>
              </a:rPr>
              <a:t>62 endpoints REST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Repartidos en 13 grupos: sesiones, especificaciones, requisitos, arquitectura, modelos, pruebas, seguridad, DevOps, orquestador, artefactos, publicación, autenticación y playground.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A03C28"/>
                </a:solidFill>
                <a:latin typeface="Century Gothic"/>
              </a:rPr>
              <a:t>Fuera de alcance, declarado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Carga y rendimiento · accesibilidad · navegador real · mutación · fuzzing.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Método QE: cinco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Century Gothic"/>
              </a:rPr>
              <a:t>1.  Medir antes de tocar nada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     Sin línea base no hay mejora demostrable.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Century Gothic"/>
              </a:rPr>
              <a:t>2.  Priorizar por riesgo, no por cobertura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     Primero el módulo cuya decisión duele más si es incorrecta.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Century Gothic"/>
              </a:rPr>
              <a:t>3.  Enunciar la afirmación del módulo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     Antes de la prueba, la frase que el módulo promete.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Century Gothic"/>
              </a:rPr>
              <a:t>4.  Sustituir la frontera, nunca el sujeto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     Se falsea Docker, red, hilos, LLM. Jamás lo que se está probando.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Century Gothic"/>
              </a:rPr>
              <a:t>5.  Ver la prueba fallar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     Una prueba que nunca se vio en rojo puede estar pasando por la razón equivocada.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Tipos de prueba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Century Gothic"/>
              </a:rPr>
              <a:t>Unitaria  ·  Integración de módulo  ·  Contrato  ·  Extremo a extremo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Century Gothic"/>
              </a:rPr>
              <a:t>Regresión  ·  Caracterización  ·  Negativa e inyección de fallo  ·  Hermetismo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entury Gothic"/>
              </a:rPr>
              <a:t>Fronteras sustituidas, siempre en el mismo punto: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subprocess → proceso falso      requests → respuesta falsa      Thread → ejecución en línea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Grafo LangGraph → grafo guionado      Auditoría SAST → auditoría falsa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HTTP (frontend) → backend simulado con MSW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E5096"/>
                </a:solidFill>
                <a:latin typeface="Century Gothic"/>
              </a:rPr>
              <a:t>1126 casos en backend (pytest)   ·   68 casos en frontend (Vitest + MSW)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Mapa de flujos y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FT   Interfaz y flujos transversales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490 casos   ·   489 correctos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F0   Autenticación y sesión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28 casos   ·   28 correctos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F1   Ingesta de especificación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34 casos   ·   34 correctos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38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F10   Orquestación Auto-Pilot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180 casos   ·   180 correctos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F11   Costos y telemetría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57 casos   ·   56 correctos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054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F12   Playground de API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34 casos   ·   34 correctos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F2   Requisitos → Historias BDD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13 casos   ·   13 correctos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723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F3   Diseño arquitectónico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10 casos   ·   10 correctos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F4   Modelos y esquema SQL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39 casos   ·   39 correctos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393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F5   Generación de código y pruebas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36 casos   ·   36 correctos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F6   Sandbox hermético y auto-reparació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82 casos   ·   81 correctos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F7   Seguridad y Quality Gate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82 casos   ·   82 correctos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F8   DevOps y despliegue local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68 casos   ·   68 correctos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73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entury Gothic"/>
              </a:rPr>
              <a:t>F9   Exportación y publicación Git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000" b="0">
                <a:solidFill>
                  <a:srgbClr val="1E7846"/>
                </a:solidFill>
                <a:latin typeface="Century Gothic"/>
              </a:rPr>
              <a:t>        41 casos   ·   41 correctos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Los dos flujos de mayor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5096"/>
                </a:solidFill>
                <a:latin typeface="Century Gothic"/>
              </a:rPr>
              <a:t>F6 — Sandbox hermético y auto-reparación acotada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Compila y ejecuta sin red, diagnostica y repara hasta 3 veces (Principio V). El contrato central: una verificación que no se ejecutó NO es una sesión verificada. Tres estados que nunca se confunden: verificado, verificado con hallazgos, no evaluable.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5096"/>
                </a:solidFill>
                <a:latin typeface="Century Gothic"/>
              </a:rPr>
              <a:t>F10 — Orquestación Auto-Pilot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Ejecuta la cadena completa sin intervención, con pausa, reanudación y cancelación. Es el flujo de mayor riesgo porque nadie lo vigila mientras corre: el único testigo es el estado que deja y los eventos que emite.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A03C28"/>
                </a:solidFill>
                <a:latin typeface="Century Gothic"/>
              </a:rPr>
              <a:t>Riesgo compartido: si reportan progreso que no hicieron, el operador toma decisiones sobre una realidad que no existe.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Casos ejecutados y validados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560320" cy="1737360"/>
          </a:xfrm>
          <a:prstGeom prst="rect">
            <a:avLst/>
          </a:prstGeom>
          <a:solidFill>
            <a:srgbClr val="F1F5F9"/>
          </a:solidFill>
          <a:ln>
            <a:solidFill>
              <a:srgbClr val="1E50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4400" b="1">
                <a:solidFill>
                  <a:srgbClr val="1E5096"/>
                </a:solidFill>
                <a:latin typeface="Century Gothic"/>
              </a:rPr>
              <a:t>1194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casos ejecutados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560320" cy="1737360"/>
          </a:xfrm>
          <a:prstGeom prst="rect">
            <a:avLst/>
          </a:prstGeom>
          <a:solidFill>
            <a:srgbClr val="F1F5F9"/>
          </a:solidFill>
          <a:ln>
            <a:solidFill>
              <a:srgbClr val="1E7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91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4400" b="1">
                <a:solidFill>
                  <a:srgbClr val="1E7846"/>
                </a:solidFill>
                <a:latin typeface="Century Gothic"/>
              </a:rPr>
              <a:t>1191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correctos (PASS)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2560320" cy="1737360"/>
          </a:xfrm>
          <a:prstGeom prst="rect">
            <a:avLst/>
          </a:prstGeom>
          <a:solidFill>
            <a:srgbClr val="F1F5F9"/>
          </a:solidFill>
          <a:ln>
            <a:solidFill>
              <a:srgbClr val="1E7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4400" b="1">
                <a:solidFill>
                  <a:srgbClr val="1E7846"/>
                </a:solidFill>
                <a:latin typeface="Century Gothic"/>
              </a:rPr>
              <a:t>0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fallidos (FAIL)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463040"/>
            <a:ext cx="2560320" cy="17373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916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4400" b="1">
                <a:solidFill>
                  <a:srgbClr val="64748B"/>
                </a:solidFill>
                <a:latin typeface="Century Gothic"/>
              </a:rPr>
              <a:t>3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omitidos (SKIP)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entury Gothic"/>
              </a:rPr>
              <a:t>Cómo se valida un caso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•  Validado = la suite lo reporta como PASS en la ejecución más reciente.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•  Un caso fallido no se oculta: aparece en la matriz con su motivo.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•  Cada caso tiene identificador estable por flujo (F6-014, FT-233).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entury Gothic"/>
              </a:rPr>
              <a:t>Evidencia: matriz_casos_de_prueba.csv  ·  informes JUnit  ·  salida completa de ambas suites.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Nueve defectos encontrados y corregidos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Ninguno se descubrió leyendo el código. Todos aparecieron porque una prueba falló, se colgó, o ejecutó por primera vez una rama nunca ejecutada.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D-03  Crítica   El espejo de telemetría bloqueaba la ruta crítica y colgaba la suite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D-05  Alta      El respaldo del esquema llamaba a un método inexistente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D-04  Alta      El fallo más ruidoso escapaba del manejador de errores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D-06  Alta      La autenticación de sesión invalidó 154 pruebas de golpe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D-02  Alta      La razón del bloqueo se calculaba y se descartaba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D-01  Media   Dos funciones definidas dos veces en el mismo archivo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D-08  Alta      Un refactor revirtió el respaldo del esquema; la importación quedó sin usar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D-07  Alta      El parámetro force de run_pipeline dejó de respetarse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D-09  Alta      La suite no era independiente del orden: 52 casos fallaban solo en la ejecución completa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E7846"/>
                </a:solidFill>
                <a:latin typeface="Century Gothic"/>
              </a:rPr>
              <a:t>Cada corrección dejó una prueba de regresión que falla si el defecto vuelve.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D-06 — El control de seguridad que rompió 154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5096"/>
                </a:solidFill>
                <a:latin typeface="Century Gothic"/>
              </a:rPr>
              <a:t>Qué pasó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Al añadirse la autenticación de sesión, 154 pruebas existentes fallaron a la vez, todas con 401, ninguna equivocada sobre lo que probaba.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5096"/>
                </a:solidFill>
                <a:latin typeface="Century Gothic"/>
              </a:rPr>
              <a:t>Por qué importa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Un control de seguridad SIN UNA SOLA PRUEBA PROPIA había cambiado el contrato de los 62 endpoints. La suite sólo podía reportarlo como un muro de fallos inconexos.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5096"/>
                </a:solidFill>
                <a:latin typeface="Century Gothic"/>
              </a:rPr>
              <a:t>Cómo se resolvió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•  Un cliente de prueba autenticado que entra por el endpoint real: no se desactiva el control, se ejercita.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•  27 casos nuevos que prueban el control mismo: guarda, cookie, revocación, límite de intentos.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Cobertura de los módulos priorizados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entury Gothic"/>
              </a:rPr>
              <a:t>docker_service.py          52,7 %  →  100,0 %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entury Gothic"/>
              </a:rPr>
              <a:t>routes_session.py           71,3 %  →  100,0 %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entury Gothic"/>
              </a:rPr>
              <a:t>lifecycle_service.py        76,4 %  →  100,0 %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entury Gothic"/>
              </a:rPr>
              <a:t>pipeline_runner.py          82,4 %  →  100,0 %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A03C28"/>
                </a:solidFill>
                <a:latin typeface="Century Gothic"/>
              </a:rPr>
              <a:t>La cobertura mide qué se ejecutó, no qué es verdad.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entury Gothic"/>
              </a:rPr>
              <a:t>El 100 % de líneas significa que cada línea corrió al menos una vez bajo prueba. No sustituye a la revisión ni demuestra corrección.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A03C28"/>
                </a:solidFill>
                <a:latin typeface="Century Gothic"/>
              </a:rPr>
              <a:t>1.  La verificación del código generado es autorreferencial.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      La plataforma escribe las pruebas Mockito y luego las ejecuta. Un build en verde demuestra que el código cumple SUS pruebas, no los escenarios del blueprint.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A03C28"/>
                </a:solidFill>
                <a:latin typeface="Century Gothic"/>
              </a:rPr>
              <a:t>2.  No hay navegador real.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      Los flujos de interfaz corren en jsdom contra un backend simulado.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A03C28"/>
                </a:solidFill>
                <a:latin typeface="Century Gothic"/>
              </a:rPr>
              <a:t>3.  La concurrencia no se prueba: se elimina.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      Por determinismo; las condiciones de carrera quedan sin cubrir.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A03C28"/>
                </a:solidFill>
                <a:latin typeface="Century Gothic"/>
              </a:rPr>
              <a:t>4.  Quedan módulos por debajo del 90 %.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      architecture_service y requirements_service: escriben archivos que nadie comprueba hasta el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5096"/>
                </a:solidFill>
                <a:latin typeface="Century Gothic"/>
              </a:rPr>
              <a:t>Conclusiones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•  1194 casos ejecutados, con resultado verificable caso por caso.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•  14 flujos documentados de extremo a extremo.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•  6 defectos reales encontrados y corregidos, con prueba de regresión.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5096"/>
                </a:solidFill>
                <a:latin typeface="Century Gothic"/>
              </a:rPr>
              <a:t>Próximos pasos, por orden de valor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1.  Pruebas de aceptación HTTP independientes contra el microservicio desplegado: cierran la brecha autorreferencial.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2.  Subir architecture_service y requirements_service por encima del 90 %.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entury Gothic"/>
              </a:rPr>
              <a:t>3.  Pruebas de navegador real (Playwright) sobre los flujos de usuario.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5096"/>
                </a:solidFill>
                <a:latin typeface="Century Gothic"/>
              </a:rPr>
              <a:t>Anexo — Reproducción y evidencias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entury Gothic"/>
              </a:rPr>
              <a:t>Ejecutar el backend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.venv/bin/python -m pytest -q --cov=backend/app --cov-report=term-missing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entury Gothic"/>
              </a:rPr>
              <a:t>Ejecutar el frontend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cd frontend &amp;&amp; npm test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Century Gothic"/>
              </a:rPr>
              <a:t>Regenerar la matriz y las tablas del informe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entury Gothic"/>
              </a:rPr>
              <a:t>.venv/bin/python docs/entrega_qe/build_matriz.py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1F2937"/>
                </a:solidFill>
                <a:latin typeface="Century Gothic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entury Gothic"/>
              </a:rPr>
              <a:t>Paquete de entrega: informe PDF · matriz CSV · anexo de snippets · esta presentación · evidencia cruda en reports/qe/entrega/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